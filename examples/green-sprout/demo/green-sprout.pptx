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Reading Text SC" panose="020B0200000000000000" pitchFamily="34" charset="-122"/>
      <p:regular r:id="rId5"/>
    </p:embeddedFont>
    <p:embeddedFont>
      <p:font typeface="ZCOOL KuaiLe" pitchFamily="2" charset="-122"/>
      <p:regular r:id="rId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5" Type="http://schemas.openxmlformats.org/officeDocument/2006/relationships/font" Target="fonts/font1.fntdata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71100" y="342900"/>
            <a:ext cx="1689100" cy="444500"/>
          </a:xfrm>
          <a:prstGeom prst="roundRect">
            <a:avLst>
              <a:gd name="adj" fmla="val 45714"/>
            </a:avLst>
          </a:prstGeom>
          <a:solidFill>
            <a:srgbClr val="EDF7EF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8100" y="368300"/>
            <a:ext cx="1435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64B3B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4500" y="825500"/>
            <a:ext cx="5499100" cy="5041900"/>
          </a:xfrm>
          <a:prstGeom prst="roundRect">
            <a:avLst>
              <a:gd name="adj" fmla="val 3526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product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1295400"/>
            <a:ext cx="6096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23900" y="1155700"/>
            <a:ext cx="4686300" cy="1384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100" b="0">
                <a:solidFill>
                  <a:srgbClr val="164B3B"/>
                </a:solidFill>
                <a:latin typeface="ZCOOL KuaiLe"/>
                <a:ea typeface="ZCOOL KuaiLe"/>
              </a:rPr>
              <a:t>绿芽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2679700"/>
            <a:ext cx="4826000" cy="1320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164B3B"/>
                </a:solidFill>
                <a:latin typeface="Reading Text SC"/>
                <a:ea typeface="Reading Text SC"/>
              </a:rPr>
              <a:t>桌面植物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300" b="1">
                <a:solidFill>
                  <a:srgbClr val="164B3B"/>
                </a:solidFill>
                <a:latin typeface="Reading Text SC"/>
                <a:ea typeface="Reading Text SC"/>
              </a:rPr>
              <a:t>养护提醒系统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400" y="4165600"/>
            <a:ext cx="47371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39" b="0">
                <a:solidFill>
                  <a:srgbClr val="52655E"/>
                </a:solidFill>
                <a:latin typeface="Reading Text SC"/>
                <a:ea typeface="Reading Text SC"/>
              </a:rPr>
              <a:t>看见植物状态，记住每一次照料。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600" y="5041900"/>
            <a:ext cx="1460500" cy="558800"/>
          </a:xfrm>
          <a:prstGeom prst="roundRect">
            <a:avLst>
              <a:gd name="adj" fmla="val 31818"/>
            </a:avLst>
          </a:prstGeom>
          <a:solidFill>
            <a:srgbClr val="EDF7EF"/>
          </a:solidFill>
          <a:ln w="11430">
            <a:solidFill>
              <a:srgbClr val="D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7400" y="5105400"/>
            <a:ext cx="1358900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64B3B"/>
                </a:solidFill>
                <a:latin typeface="Reading Text SC"/>
                <a:ea typeface="Reading Text SC"/>
              </a:rPr>
              <a:t>状态查看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9500" y="5041900"/>
            <a:ext cx="1460500" cy="558800"/>
          </a:xfrm>
          <a:prstGeom prst="roundRect">
            <a:avLst>
              <a:gd name="adj" fmla="val 31818"/>
            </a:avLst>
          </a:prstGeom>
          <a:solidFill>
            <a:srgbClr val="EDF7EF"/>
          </a:solidFill>
          <a:ln w="11430">
            <a:solidFill>
              <a:srgbClr val="D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00300" y="5105400"/>
            <a:ext cx="1358900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816B"/>
                </a:solidFill>
                <a:latin typeface="Reading Text SC"/>
                <a:ea typeface="Reading Text SC"/>
              </a:rPr>
              <a:t>养护提醒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2400" y="5041900"/>
            <a:ext cx="1460500" cy="558800"/>
          </a:xfrm>
          <a:prstGeom prst="roundRect">
            <a:avLst>
              <a:gd name="adj" fmla="val 31818"/>
            </a:avLst>
          </a:prstGeom>
          <a:solidFill>
            <a:srgbClr val="EDF7EF"/>
          </a:solidFill>
          <a:ln w="11430">
            <a:solidFill>
              <a:srgbClr val="D4E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13200" y="5105400"/>
            <a:ext cx="1358900" cy="393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64B3B"/>
                </a:solidFill>
                <a:latin typeface="Reading Text SC"/>
                <a:ea typeface="Reading Text SC"/>
              </a:rPr>
              <a:t>记录管理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6248400"/>
            <a:ext cx="1099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2655E"/>
                </a:solidFill>
                <a:latin typeface="Reading Text SC"/>
                <a:ea typeface="Reading Text SC"/>
              </a:rPr>
              <a:t>虚构主题 · 自生成配图 · 用于展示PPT重建方法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71100" y="342900"/>
            <a:ext cx="1689100" cy="444500"/>
          </a:xfrm>
          <a:prstGeom prst="roundRect">
            <a:avLst>
              <a:gd name="adj" fmla="val 45714"/>
            </a:avLst>
          </a:prstGeom>
          <a:solidFill>
            <a:srgbClr val="EDF7EF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8100" y="368300"/>
            <a:ext cx="1435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64B3B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9900" y="495300"/>
            <a:ext cx="9055100" cy="825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100" b="1">
                <a:solidFill>
                  <a:srgbClr val="164B3B"/>
                </a:solidFill>
                <a:latin typeface="Reading Text SC"/>
                <a:ea typeface="Reading Text SC"/>
              </a:rPr>
              <a:t>从植物状态到养护提醒</a:t>
            </a:r>
          </a:p>
        </p:txBody>
      </p:sp>
      <p:pic>
        <p:nvPicPr>
          <p:cNvPr id="6" name="Picture 5" descr="product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576512"/>
            <a:ext cx="3289300" cy="24669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19500" y="1968500"/>
            <a:ext cx="1879600" cy="3454400"/>
          </a:xfrm>
          <a:prstGeom prst="roundRect">
            <a:avLst>
              <a:gd name="adj" fmla="val 9459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10000" y="2159000"/>
            <a:ext cx="14986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77A580"/>
                </a:solidFill>
                <a:latin typeface="Reading Text SC"/>
                <a:ea typeface="Reading Text SC"/>
              </a:rPr>
              <a:t>01</a:t>
            </a:r>
          </a:p>
        </p:txBody>
      </p:sp>
      <p:sp>
        <p:nvSpPr>
          <p:cNvPr id="9" name="Oval 8"/>
          <p:cNvSpPr/>
          <p:nvPr/>
        </p:nvSpPr>
        <p:spPr>
          <a:xfrm>
            <a:off x="4140200" y="3124200"/>
            <a:ext cx="838200" cy="838200"/>
          </a:xfrm>
          <a:prstGeom prst="ellipse">
            <a:avLst/>
          </a:prstGeom>
          <a:solidFill>
            <a:srgbClr val="DD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3700" y="3314700"/>
            <a:ext cx="7112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64B3B"/>
                </a:solidFill>
                <a:latin typeface="Reading Text SC"/>
                <a:ea typeface="Reading Text SC"/>
              </a:rPr>
              <a:t>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5700" y="42291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64B3B"/>
                </a:solidFill>
                <a:latin typeface="Reading Text SC"/>
                <a:ea typeface="Reading Text SC"/>
              </a:rPr>
              <a:t>采集状态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3800" y="48133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90" b="0">
                <a:solidFill>
                  <a:srgbClr val="52655E"/>
                </a:solidFill>
                <a:latin typeface="Reading Text SC"/>
                <a:ea typeface="Reading Text SC"/>
              </a:rPr>
              <a:t>记录植物当前状态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99100" y="3454400"/>
            <a:ext cx="1524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75A77C"/>
                </a:solidFill>
                <a:latin typeface="Reading Text SC"/>
                <a:ea typeface="Reading Text SC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6100" y="1968500"/>
            <a:ext cx="1879600" cy="3454400"/>
          </a:xfrm>
          <a:prstGeom prst="roundRect">
            <a:avLst>
              <a:gd name="adj" fmla="val 9459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816600" y="2159000"/>
            <a:ext cx="14986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77A580"/>
                </a:solidFill>
                <a:latin typeface="Reading Text SC"/>
                <a:ea typeface="Reading Text SC"/>
              </a:rPr>
              <a:t>02</a:t>
            </a:r>
          </a:p>
        </p:txBody>
      </p:sp>
      <p:sp>
        <p:nvSpPr>
          <p:cNvPr id="16" name="Oval 15"/>
          <p:cNvSpPr/>
          <p:nvPr/>
        </p:nvSpPr>
        <p:spPr>
          <a:xfrm>
            <a:off x="6146800" y="3124200"/>
            <a:ext cx="838200" cy="838200"/>
          </a:xfrm>
          <a:prstGeom prst="ellipse">
            <a:avLst/>
          </a:prstGeom>
          <a:solidFill>
            <a:srgbClr val="DD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0300" y="3314700"/>
            <a:ext cx="7112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64B3B"/>
                </a:solidFill>
                <a:latin typeface="Reading Text SC"/>
                <a:ea typeface="Reading Text SC"/>
              </a:rPr>
              <a:t>信息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02300" y="42291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64B3B"/>
                </a:solidFill>
                <a:latin typeface="Reading Text SC"/>
                <a:ea typeface="Reading Text SC"/>
              </a:rPr>
              <a:t>整理信息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0400" y="48133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90" b="0">
                <a:solidFill>
                  <a:srgbClr val="52655E"/>
                </a:solidFill>
                <a:latin typeface="Reading Text SC"/>
                <a:ea typeface="Reading Text SC"/>
              </a:rPr>
              <a:t>形成便于查看的资料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5700" y="3454400"/>
            <a:ext cx="1524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75A77C"/>
                </a:solidFill>
                <a:latin typeface="Reading Text SC"/>
                <a:ea typeface="Reading Text SC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32700" y="1968500"/>
            <a:ext cx="1879600" cy="3454400"/>
          </a:xfrm>
          <a:prstGeom prst="roundRect">
            <a:avLst>
              <a:gd name="adj" fmla="val 9459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23200" y="2159000"/>
            <a:ext cx="14986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77A580"/>
                </a:solidFill>
                <a:latin typeface="Reading Text SC"/>
                <a:ea typeface="Reading Text SC"/>
              </a:rPr>
              <a:t>03</a:t>
            </a:r>
          </a:p>
        </p:txBody>
      </p:sp>
      <p:sp>
        <p:nvSpPr>
          <p:cNvPr id="23" name="Oval 22"/>
          <p:cNvSpPr/>
          <p:nvPr/>
        </p:nvSpPr>
        <p:spPr>
          <a:xfrm>
            <a:off x="8153400" y="3124200"/>
            <a:ext cx="838200" cy="838200"/>
          </a:xfrm>
          <a:prstGeom prst="ellipse">
            <a:avLst/>
          </a:prstGeom>
          <a:solidFill>
            <a:srgbClr val="FF81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6900" y="3314700"/>
            <a:ext cx="7112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Reading Text SC"/>
                <a:ea typeface="Reading Text SC"/>
              </a:rPr>
              <a:t>提醒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08900" y="42291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64B3B"/>
                </a:solidFill>
                <a:latin typeface="Reading Text SC"/>
                <a:ea typeface="Reading Text SC"/>
              </a:rPr>
              <a:t>形成提醒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7000" y="48133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90" b="0">
                <a:solidFill>
                  <a:srgbClr val="52655E"/>
                </a:solidFill>
                <a:latin typeface="Reading Text SC"/>
                <a:ea typeface="Reading Text SC"/>
              </a:rPr>
              <a:t>提示下一次照料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2300" y="3454400"/>
            <a:ext cx="152400" cy="444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75A77C"/>
                </a:solidFill>
                <a:latin typeface="Reading Text SC"/>
                <a:ea typeface="Reading Text SC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39300" y="1968500"/>
            <a:ext cx="1879600" cy="3454400"/>
          </a:xfrm>
          <a:prstGeom prst="roundRect">
            <a:avLst>
              <a:gd name="adj" fmla="val 9459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29800" y="2159000"/>
            <a:ext cx="1498600" cy="762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77A580"/>
                </a:solidFill>
                <a:latin typeface="Reading Text SC"/>
                <a:ea typeface="Reading Text SC"/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10160000" y="3124200"/>
            <a:ext cx="838200" cy="838200"/>
          </a:xfrm>
          <a:prstGeom prst="ellipse">
            <a:avLst/>
          </a:prstGeom>
          <a:solidFill>
            <a:srgbClr val="DDE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23500" y="3314700"/>
            <a:ext cx="711200" cy="431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64B3B"/>
                </a:solidFill>
                <a:latin typeface="Reading Text SC"/>
                <a:ea typeface="Reading Text SC"/>
              </a:rPr>
              <a:t>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5500" y="4229100"/>
            <a:ext cx="17272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900" b="1">
                <a:solidFill>
                  <a:srgbClr val="164B3B"/>
                </a:solidFill>
                <a:latin typeface="Reading Text SC"/>
                <a:ea typeface="Reading Text SC"/>
              </a:rPr>
              <a:t>记录照料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3600" y="4813300"/>
            <a:ext cx="1651000" cy="406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90" b="0">
                <a:solidFill>
                  <a:srgbClr val="52655E"/>
                </a:solidFill>
                <a:latin typeface="Reading Text SC"/>
                <a:ea typeface="Reading Text SC"/>
              </a:rPr>
              <a:t>留下每一次养护记录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6000" y="5715000"/>
            <a:ext cx="8001000" cy="4953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300" b="0">
                <a:solidFill>
                  <a:srgbClr val="52655E"/>
                </a:solidFill>
                <a:latin typeface="Reading Text SC"/>
                <a:ea typeface="Reading Text SC"/>
              </a:rPr>
              <a:t>让每一次照料都更清楚。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70800" y="6362700"/>
            <a:ext cx="392430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40" b="0">
                <a:solidFill>
                  <a:srgbClr val="52655E"/>
                </a:solidFill>
                <a:latin typeface="Reading Text SC"/>
                <a:ea typeface="Reading Text SC"/>
              </a:rPr>
              <a:t>流程示意，不包含实测数据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071100" y="342900"/>
            <a:ext cx="1689100" cy="444500"/>
          </a:xfrm>
          <a:prstGeom prst="roundRect">
            <a:avLst>
              <a:gd name="adj" fmla="val 45714"/>
            </a:avLst>
          </a:prstGeom>
          <a:solidFill>
            <a:srgbClr val="EDF7EF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98100" y="368300"/>
            <a:ext cx="14351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64B3B"/>
                </a:solidFill>
                <a:latin typeface="Reading Text SC"/>
                <a:ea typeface="Reading Text SC"/>
              </a:rPr>
              <a:t>概念演示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41400"/>
            <a:ext cx="6070600" cy="4851400"/>
          </a:xfrm>
          <a:prstGeom prst="roundRect">
            <a:avLst>
              <a:gd name="adj" fmla="val 3664"/>
            </a:avLst>
          </a:prstGeom>
          <a:solidFill>
            <a:srgbClr val="FCFFF8"/>
          </a:solidFill>
          <a:ln w="11430">
            <a:solidFill>
              <a:srgbClr val="D9EA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300" y="1270000"/>
            <a:ext cx="2603500" cy="1333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600" b="1">
                <a:solidFill>
                  <a:srgbClr val="77A580"/>
                </a:solidFill>
                <a:latin typeface="Reading Text SC"/>
                <a:ea typeface="Reading Text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700" y="2794000"/>
            <a:ext cx="5397500" cy="1358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700" b="1">
                <a:solidFill>
                  <a:srgbClr val="164B3B"/>
                </a:solidFill>
                <a:latin typeface="Reading Text SC"/>
                <a:ea typeface="Reading Text SC"/>
              </a:rPr>
              <a:t>养护服务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700" b="1">
                <a:solidFill>
                  <a:srgbClr val="164B3B"/>
                </a:solidFill>
                <a:latin typeface="Reading Text SC"/>
                <a:ea typeface="Reading Text SC"/>
              </a:rPr>
              <a:t>与交互设计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400" y="4356100"/>
            <a:ext cx="53467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>
                <a:solidFill>
                  <a:srgbClr val="52655E"/>
                </a:solidFill>
                <a:latin typeface="Reading Text SC"/>
                <a:ea typeface="Reading Text SC"/>
              </a:rPr>
              <a:t>从状态查看，到提醒与记录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5181600"/>
            <a:ext cx="17907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64B3B"/>
                </a:solidFill>
                <a:latin typeface="Reading Text SC"/>
                <a:ea typeface="Reading Text SC"/>
              </a:rPr>
              <a:t>• 查看状态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4300" y="5181600"/>
            <a:ext cx="17907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FF816B"/>
                </a:solidFill>
                <a:latin typeface="Reading Text SC"/>
                <a:ea typeface="Reading Text SC"/>
              </a:rPr>
              <a:t>• 收到提醒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5181600"/>
            <a:ext cx="17907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>
                <a:solidFill>
                  <a:srgbClr val="164B3B"/>
                </a:solidFill>
                <a:latin typeface="Reading Text SC"/>
                <a:ea typeface="Reading Text SC"/>
              </a:rPr>
              <a:t>• 记录照料</a:t>
            </a:r>
          </a:p>
        </p:txBody>
      </p:sp>
      <p:pic>
        <p:nvPicPr>
          <p:cNvPr id="12" name="Picture 11" descr="product-cut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1611312"/>
            <a:ext cx="5372100" cy="402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7700" y="6248400"/>
            <a:ext cx="10998200" cy="330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0">
                <a:solidFill>
                  <a:srgbClr val="52655E"/>
                </a:solidFill>
                <a:latin typeface="Reading Text SC"/>
                <a:ea typeface="Reading Text SC"/>
              </a:rPr>
              <a:t>可复用章节页示例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Reading Text SC"/>
        <a:ea typeface="Reading Text SC"/>
        <a:cs typeface="Reading Text SC"/>
        <a:font script="Jpan" typeface="Reading Text SC"/>
        <a:font script="Hang" typeface="Reading Text SC"/>
        <a:font script="Hans" typeface="Reading Text SC"/>
        <a:font script="Hant" typeface="Reading Text SC"/>
        <a:font script="Arab" typeface="Reading Text SC"/>
        <a:font script="Hebr" typeface="Reading Text SC"/>
        <a:font script="Thai" typeface="Reading Text SC"/>
        <a:font script="Ethi" typeface="Reading Text SC"/>
        <a:font script="Beng" typeface="Reading Text SC"/>
        <a:font script="Gujr" typeface="Reading Text SC"/>
        <a:font script="Khmr" typeface="Reading Text SC"/>
        <a:font script="Knda" typeface="Reading Text SC"/>
        <a:font script="Guru" typeface="Reading Text SC"/>
        <a:font script="Cans" typeface="Reading Text SC"/>
        <a:font script="Cher" typeface="Reading Text SC"/>
        <a:font script="Yiii" typeface="Reading Text SC"/>
        <a:font script="Tibt" typeface="Reading Text SC"/>
        <a:font script="Thaa" typeface="Reading Text SC"/>
        <a:font script="Deva" typeface="Reading Text SC"/>
        <a:font script="Telu" typeface="Reading Text SC"/>
        <a:font script="Taml" typeface="Reading Text SC"/>
        <a:font script="Syrc" typeface="Reading Text SC"/>
        <a:font script="Orya" typeface="Reading Text SC"/>
        <a:font script="Mlym" typeface="Reading Text SC"/>
        <a:font script="Laoo" typeface="Reading Text SC"/>
        <a:font script="Sinh" typeface="Reading Text SC"/>
        <a:font script="Mong" typeface="Reading Text SC"/>
        <a:font script="Viet" typeface="Reading Text SC"/>
        <a:font script="Uigh" typeface="Reading Text SC"/>
        <a:font script="Geor" typeface="Reading Text SC"/>
      </a:majorFont>
      <a:minorFont>
        <a:latin typeface="Reading Text SC"/>
        <a:ea typeface="Reading Text SC"/>
        <a:cs typeface="Reading Text SC"/>
        <a:font script="Jpan" typeface="Reading Text SC"/>
        <a:font script="Hang" typeface="Reading Text SC"/>
        <a:font script="Hans" typeface="Reading Text SC"/>
        <a:font script="Hant" typeface="Reading Text SC"/>
        <a:font script="Arab" typeface="Reading Text SC"/>
        <a:font script="Hebr" typeface="Reading Text SC"/>
        <a:font script="Thai" typeface="Reading Text SC"/>
        <a:font script="Ethi" typeface="Reading Text SC"/>
        <a:font script="Beng" typeface="Reading Text SC"/>
        <a:font script="Gujr" typeface="Reading Text SC"/>
        <a:font script="Khmr" typeface="Reading Text SC"/>
        <a:font script="Knda" typeface="Reading Text SC"/>
        <a:font script="Guru" typeface="Reading Text SC"/>
        <a:font script="Cans" typeface="Reading Text SC"/>
        <a:font script="Cher" typeface="Reading Text SC"/>
        <a:font script="Yiii" typeface="Reading Text SC"/>
        <a:font script="Tibt" typeface="Reading Text SC"/>
        <a:font script="Thaa" typeface="Reading Text SC"/>
        <a:font script="Deva" typeface="Reading Text SC"/>
        <a:font script="Telu" typeface="Reading Text SC"/>
        <a:font script="Taml" typeface="Reading Text SC"/>
        <a:font script="Syrc" typeface="Reading Text SC"/>
        <a:font script="Orya" typeface="Reading Text SC"/>
        <a:font script="Mlym" typeface="Reading Text SC"/>
        <a:font script="Laoo" typeface="Reading Text SC"/>
        <a:font script="Sinh" typeface="Reading Text SC"/>
        <a:font script="Mong" typeface="Reading Text SC"/>
        <a:font script="Viet" typeface="Reading Text SC"/>
        <a:font script="Uigh" typeface="Reading Text SC"/>
        <a:font script="Geor" typeface="Reading Text S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</Words>
  <Application>Microsoft Office PowerPoint</Application>
  <PresentationFormat>宽屏</PresentationFormat>
  <Paragraphs>41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ZCOOL KuaiLe</vt:lpstr>
      <vt:lpstr>Reading Text SC</vt:lpstr>
      <vt:lpstr>Arial</vt:lpstr>
      <vt:lpstr>Office Theme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绿芽｜虚构概念演示</dc:title>
  <dc:subject>Reference images to native editable slides</dc:subject>
  <dc:creator/>
  <cp:keywords/>
  <dc:description>generated using python-pptx</dc:description>
  <cp:lastModifiedBy/>
  <cp:revision>2</cp:revision>
  <dcterms:created xsi:type="dcterms:W3CDTF">2013-01-27T09:14:16Z</dcterms:created>
  <dcterms:modified xsi:type="dcterms:W3CDTF">2026-10-25T14:23:24Z</dcterms:modified>
  <cp:category/>
</cp:coreProperties>
</file>