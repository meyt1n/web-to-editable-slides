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embeddedFontLst>
    <p:embeddedFont>
      <p:font typeface="Reading Text SC" panose="020B0200000000000000" pitchFamily="34" charset="-122"/>
      <p:regular r:id="rId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emplate-background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71100" y="342900"/>
            <a:ext cx="1689100" cy="444500"/>
          </a:xfrm>
          <a:prstGeom prst="roundRect">
            <a:avLst>
              <a:gd name="adj" fmla="val 16000"/>
            </a:avLst>
          </a:prstGeom>
          <a:solidFill>
            <a:srgbClr val="EDF7EF"/>
          </a:solidFill>
          <a:ln w="11430">
            <a:solidFill>
              <a:srgbClr val="D2E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198100" y="368300"/>
            <a:ext cx="14351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64B3B"/>
                </a:solidFill>
                <a:latin typeface="Reading Text SC"/>
                <a:ea typeface="Reading Text SC"/>
              </a:rPr>
              <a:t>概念演示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4500" y="825500"/>
            <a:ext cx="5499100" cy="5041900"/>
          </a:xfrm>
          <a:prstGeom prst="roundRect">
            <a:avLst>
              <a:gd name="adj" fmla="val 16000"/>
            </a:avLst>
          </a:prstGeom>
          <a:solidFill>
            <a:srgbClr val="FCF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product-cut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9600" y="1295400"/>
            <a:ext cx="609600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3900" y="1155700"/>
            <a:ext cx="4686300" cy="13843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100" b="1">
                <a:solidFill>
                  <a:srgbClr val="164B3B"/>
                </a:solidFill>
                <a:latin typeface="Reading Text SC"/>
                <a:ea typeface="Reading Text SC"/>
              </a:rPr>
              <a:t>绿芽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4700" y="2679700"/>
            <a:ext cx="4826000" cy="1320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300" b="1">
                <a:solidFill>
                  <a:srgbClr val="164B3B"/>
                </a:solidFill>
                <a:latin typeface="Reading Text SC"/>
                <a:ea typeface="Reading Text SC"/>
              </a:rPr>
              <a:t>桌面植物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300" b="1">
                <a:solidFill>
                  <a:srgbClr val="164B3B"/>
                </a:solidFill>
                <a:latin typeface="Reading Text SC"/>
                <a:ea typeface="Reading Text SC"/>
              </a:rPr>
              <a:t>养护提醒系统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7400" y="4165600"/>
            <a:ext cx="4737100" cy="50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39" b="0">
                <a:solidFill>
                  <a:srgbClr val="52655E"/>
                </a:solidFill>
                <a:latin typeface="Reading Text SC"/>
                <a:ea typeface="Reading Text SC"/>
              </a:rPr>
              <a:t>看见植物状态，记住每一次照料。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600" y="5041900"/>
            <a:ext cx="1460500" cy="558800"/>
          </a:xfrm>
          <a:prstGeom prst="roundRect">
            <a:avLst>
              <a:gd name="adj" fmla="val 16000"/>
            </a:avLst>
          </a:prstGeom>
          <a:solidFill>
            <a:srgbClr val="EDF7EF"/>
          </a:solidFill>
          <a:ln w="11430">
            <a:solidFill>
              <a:srgbClr val="D4E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7400" y="5105400"/>
            <a:ext cx="1358900" cy="393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64B3B"/>
                </a:solidFill>
                <a:latin typeface="Reading Text SC"/>
                <a:ea typeface="Reading Text SC"/>
              </a:rPr>
              <a:t>状态查看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49500" y="5041900"/>
            <a:ext cx="1460500" cy="558800"/>
          </a:xfrm>
          <a:prstGeom prst="roundRect">
            <a:avLst>
              <a:gd name="adj" fmla="val 16000"/>
            </a:avLst>
          </a:prstGeom>
          <a:solidFill>
            <a:srgbClr val="EDF7EF"/>
          </a:solidFill>
          <a:ln w="11430">
            <a:solidFill>
              <a:srgbClr val="D4E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400300" y="5105400"/>
            <a:ext cx="1358900" cy="393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F816B"/>
                </a:solidFill>
                <a:latin typeface="Reading Text SC"/>
                <a:ea typeface="Reading Text SC"/>
              </a:rPr>
              <a:t>养护提醒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62400" y="5041900"/>
            <a:ext cx="1460500" cy="558800"/>
          </a:xfrm>
          <a:prstGeom prst="roundRect">
            <a:avLst>
              <a:gd name="adj" fmla="val 16000"/>
            </a:avLst>
          </a:prstGeom>
          <a:solidFill>
            <a:srgbClr val="EDF7EF"/>
          </a:solidFill>
          <a:ln w="11430">
            <a:solidFill>
              <a:srgbClr val="D4E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013200" y="5105400"/>
            <a:ext cx="1358900" cy="393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64B3B"/>
                </a:solidFill>
                <a:latin typeface="Reading Text SC"/>
                <a:ea typeface="Reading Text SC"/>
              </a:rPr>
              <a:t>记录管理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700" y="6248400"/>
            <a:ext cx="10998200" cy="330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52655E"/>
                </a:solidFill>
                <a:latin typeface="Reading Text SC"/>
                <a:ea typeface="Reading Text SC"/>
              </a:rPr>
              <a:t>虚构主题 · 自生成配图 · 用于展示PPT重建方法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emplate-background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71100" y="342900"/>
            <a:ext cx="1689100" cy="444500"/>
          </a:xfrm>
          <a:prstGeom prst="roundRect">
            <a:avLst>
              <a:gd name="adj" fmla="val 16000"/>
            </a:avLst>
          </a:prstGeom>
          <a:solidFill>
            <a:srgbClr val="EDF7EF"/>
          </a:solidFill>
          <a:ln w="11430">
            <a:solidFill>
              <a:srgbClr val="D2E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198100" y="368300"/>
            <a:ext cx="14351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64B3B"/>
                </a:solidFill>
                <a:latin typeface="Reading Text SC"/>
                <a:ea typeface="Reading Text SC"/>
              </a:rPr>
              <a:t>概念演示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9900" y="495300"/>
            <a:ext cx="9055100" cy="8255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100" b="1">
                <a:solidFill>
                  <a:srgbClr val="164B3B"/>
                </a:solidFill>
                <a:latin typeface="Reading Text SC"/>
                <a:ea typeface="Reading Text SC"/>
              </a:rPr>
              <a:t>从植物状态到养护提醒</a:t>
            </a:r>
          </a:p>
        </p:txBody>
      </p:sp>
      <p:pic>
        <p:nvPicPr>
          <p:cNvPr id="6" name="Picture 5" descr="product-cut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" y="2576512"/>
            <a:ext cx="3289300" cy="246697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619500" y="1968500"/>
            <a:ext cx="1879600" cy="3454400"/>
          </a:xfrm>
          <a:prstGeom prst="roundRect">
            <a:avLst>
              <a:gd name="adj" fmla="val 16000"/>
            </a:avLst>
          </a:prstGeom>
          <a:solidFill>
            <a:srgbClr val="FCFFF8"/>
          </a:solidFill>
          <a:ln w="11430">
            <a:solidFill>
              <a:srgbClr val="D9EA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10000" y="2159000"/>
            <a:ext cx="1498600" cy="76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800" b="1">
                <a:solidFill>
                  <a:srgbClr val="77A580"/>
                </a:solidFill>
                <a:latin typeface="Reading Text SC"/>
                <a:ea typeface="Reading Text SC"/>
              </a:rPr>
              <a:t>01</a:t>
            </a:r>
          </a:p>
        </p:txBody>
      </p:sp>
      <p:sp>
        <p:nvSpPr>
          <p:cNvPr id="9" name="Oval 8"/>
          <p:cNvSpPr/>
          <p:nvPr/>
        </p:nvSpPr>
        <p:spPr>
          <a:xfrm>
            <a:off x="4140200" y="3124200"/>
            <a:ext cx="838200" cy="838200"/>
          </a:xfrm>
          <a:prstGeom prst="ellipse">
            <a:avLst/>
          </a:prstGeom>
          <a:solidFill>
            <a:srgbClr val="DDE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03700" y="3314700"/>
            <a:ext cx="711200" cy="431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64B3B"/>
                </a:solidFill>
                <a:latin typeface="Reading Text SC"/>
                <a:ea typeface="Reading Text SC"/>
              </a:rPr>
              <a:t>状态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95700" y="4229100"/>
            <a:ext cx="1727200" cy="50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900" b="1">
                <a:solidFill>
                  <a:srgbClr val="164B3B"/>
                </a:solidFill>
                <a:latin typeface="Reading Text SC"/>
                <a:ea typeface="Reading Text SC"/>
              </a:rPr>
              <a:t>采集状态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33800" y="4813300"/>
            <a:ext cx="1651000" cy="406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90" b="0">
                <a:solidFill>
                  <a:srgbClr val="52655E"/>
                </a:solidFill>
                <a:latin typeface="Reading Text SC"/>
                <a:ea typeface="Reading Text SC"/>
              </a:rPr>
              <a:t>记录植物当前状态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99100" y="3454400"/>
            <a:ext cx="152400" cy="4445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75A77C"/>
                </a:solidFill>
                <a:latin typeface="Reading Text SC"/>
                <a:ea typeface="Reading Text SC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26100" y="1968500"/>
            <a:ext cx="1879600" cy="3454400"/>
          </a:xfrm>
          <a:prstGeom prst="roundRect">
            <a:avLst>
              <a:gd name="adj" fmla="val 16000"/>
            </a:avLst>
          </a:prstGeom>
          <a:solidFill>
            <a:srgbClr val="FCFFF8"/>
          </a:solidFill>
          <a:ln w="11430">
            <a:solidFill>
              <a:srgbClr val="D9EA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816600" y="2159000"/>
            <a:ext cx="1498600" cy="76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800" b="1">
                <a:solidFill>
                  <a:srgbClr val="77A580"/>
                </a:solidFill>
                <a:latin typeface="Reading Text SC"/>
                <a:ea typeface="Reading Text SC"/>
              </a:rPr>
              <a:t>02</a:t>
            </a:r>
          </a:p>
        </p:txBody>
      </p:sp>
      <p:sp>
        <p:nvSpPr>
          <p:cNvPr id="16" name="Oval 15"/>
          <p:cNvSpPr/>
          <p:nvPr/>
        </p:nvSpPr>
        <p:spPr>
          <a:xfrm>
            <a:off x="6146800" y="3124200"/>
            <a:ext cx="838200" cy="838200"/>
          </a:xfrm>
          <a:prstGeom prst="ellipse">
            <a:avLst/>
          </a:prstGeom>
          <a:solidFill>
            <a:srgbClr val="DDE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0300" y="3314700"/>
            <a:ext cx="711200" cy="431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64B3B"/>
                </a:solidFill>
                <a:latin typeface="Reading Text SC"/>
                <a:ea typeface="Reading Text SC"/>
              </a:rPr>
              <a:t>信息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2300" y="4229100"/>
            <a:ext cx="1727200" cy="50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900" b="1">
                <a:solidFill>
                  <a:srgbClr val="164B3B"/>
                </a:solidFill>
                <a:latin typeface="Reading Text SC"/>
                <a:ea typeface="Reading Text SC"/>
              </a:rPr>
              <a:t>整理信息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40400" y="4813300"/>
            <a:ext cx="1651000" cy="406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90" b="0">
                <a:solidFill>
                  <a:srgbClr val="52655E"/>
                </a:solidFill>
                <a:latin typeface="Reading Text SC"/>
                <a:ea typeface="Reading Text SC"/>
              </a:rPr>
              <a:t>形成便于查看的资料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05700" y="3454400"/>
            <a:ext cx="152400" cy="4445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75A77C"/>
                </a:solidFill>
                <a:latin typeface="Reading Text SC"/>
                <a:ea typeface="Reading Text SC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32700" y="1968500"/>
            <a:ext cx="1879600" cy="3454400"/>
          </a:xfrm>
          <a:prstGeom prst="roundRect">
            <a:avLst>
              <a:gd name="adj" fmla="val 16000"/>
            </a:avLst>
          </a:prstGeom>
          <a:solidFill>
            <a:srgbClr val="FCFFF8"/>
          </a:solidFill>
          <a:ln w="11430">
            <a:solidFill>
              <a:srgbClr val="D9EA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823200" y="2159000"/>
            <a:ext cx="1498600" cy="76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800" b="1">
                <a:solidFill>
                  <a:srgbClr val="77A580"/>
                </a:solidFill>
                <a:latin typeface="Reading Text SC"/>
                <a:ea typeface="Reading Text SC"/>
              </a:rPr>
              <a:t>03</a:t>
            </a:r>
          </a:p>
        </p:txBody>
      </p:sp>
      <p:sp>
        <p:nvSpPr>
          <p:cNvPr id="23" name="Oval 22"/>
          <p:cNvSpPr/>
          <p:nvPr/>
        </p:nvSpPr>
        <p:spPr>
          <a:xfrm>
            <a:off x="8153400" y="3124200"/>
            <a:ext cx="838200" cy="838200"/>
          </a:xfrm>
          <a:prstGeom prst="ellipse">
            <a:avLst/>
          </a:prstGeom>
          <a:solidFill>
            <a:srgbClr val="FF81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16900" y="3314700"/>
            <a:ext cx="711200" cy="431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Reading Text SC"/>
                <a:ea typeface="Reading Text SC"/>
              </a:rPr>
              <a:t>提醒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8900" y="4229100"/>
            <a:ext cx="1727200" cy="50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900" b="1">
                <a:solidFill>
                  <a:srgbClr val="164B3B"/>
                </a:solidFill>
                <a:latin typeface="Reading Text SC"/>
                <a:ea typeface="Reading Text SC"/>
              </a:rPr>
              <a:t>形成提醒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47000" y="4813300"/>
            <a:ext cx="1651000" cy="406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90" b="0">
                <a:solidFill>
                  <a:srgbClr val="52655E"/>
                </a:solidFill>
                <a:latin typeface="Reading Text SC"/>
                <a:ea typeface="Reading Text SC"/>
              </a:rPr>
              <a:t>提示下一次照料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12300" y="3454400"/>
            <a:ext cx="152400" cy="4445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75A77C"/>
                </a:solidFill>
                <a:latin typeface="Reading Text SC"/>
                <a:ea typeface="Reading Text SC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39300" y="1968500"/>
            <a:ext cx="1879600" cy="3454400"/>
          </a:xfrm>
          <a:prstGeom prst="roundRect">
            <a:avLst>
              <a:gd name="adj" fmla="val 16000"/>
            </a:avLst>
          </a:prstGeom>
          <a:solidFill>
            <a:srgbClr val="FCFFF8"/>
          </a:solidFill>
          <a:ln w="11430">
            <a:solidFill>
              <a:srgbClr val="D9EA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829800" y="2159000"/>
            <a:ext cx="1498600" cy="76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800" b="1">
                <a:solidFill>
                  <a:srgbClr val="77A580"/>
                </a:solidFill>
                <a:latin typeface="Reading Text SC"/>
                <a:ea typeface="Reading Text SC"/>
              </a:rPr>
              <a:t>04</a:t>
            </a:r>
          </a:p>
        </p:txBody>
      </p:sp>
      <p:sp>
        <p:nvSpPr>
          <p:cNvPr id="30" name="Oval 29"/>
          <p:cNvSpPr/>
          <p:nvPr/>
        </p:nvSpPr>
        <p:spPr>
          <a:xfrm>
            <a:off x="10160000" y="3124200"/>
            <a:ext cx="838200" cy="838200"/>
          </a:xfrm>
          <a:prstGeom prst="ellipse">
            <a:avLst/>
          </a:prstGeom>
          <a:solidFill>
            <a:srgbClr val="DDE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223500" y="3314700"/>
            <a:ext cx="711200" cy="431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64B3B"/>
                </a:solidFill>
                <a:latin typeface="Reading Text SC"/>
                <a:ea typeface="Reading Text SC"/>
              </a:rPr>
              <a:t>记录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15500" y="4229100"/>
            <a:ext cx="1727200" cy="50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900" b="1">
                <a:solidFill>
                  <a:srgbClr val="164B3B"/>
                </a:solidFill>
                <a:latin typeface="Reading Text SC"/>
                <a:ea typeface="Reading Text SC"/>
              </a:rPr>
              <a:t>记录照料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53600" y="4813300"/>
            <a:ext cx="1651000" cy="406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90" b="0">
                <a:solidFill>
                  <a:srgbClr val="52655E"/>
                </a:solidFill>
                <a:latin typeface="Reading Text SC"/>
                <a:ea typeface="Reading Text SC"/>
              </a:rPr>
              <a:t>留下每一次养护记录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56000" y="5715000"/>
            <a:ext cx="8001000" cy="4953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300" b="0">
                <a:solidFill>
                  <a:srgbClr val="52655E"/>
                </a:solidFill>
                <a:latin typeface="Reading Text SC"/>
                <a:ea typeface="Reading Text SC"/>
              </a:rPr>
              <a:t>让每一次照料都更清楚。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70800" y="6362700"/>
            <a:ext cx="3924300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40" b="0">
                <a:solidFill>
                  <a:srgbClr val="52655E"/>
                </a:solidFill>
                <a:latin typeface="Reading Text SC"/>
                <a:ea typeface="Reading Text SC"/>
              </a:rPr>
              <a:t>流程示意，不包含实测数据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emplate-background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71100" y="342900"/>
            <a:ext cx="1689100" cy="444500"/>
          </a:xfrm>
          <a:prstGeom prst="roundRect">
            <a:avLst>
              <a:gd name="adj" fmla="val 16000"/>
            </a:avLst>
          </a:prstGeom>
          <a:solidFill>
            <a:srgbClr val="EDF7EF"/>
          </a:solidFill>
          <a:ln w="11430">
            <a:solidFill>
              <a:srgbClr val="D2E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198100" y="368300"/>
            <a:ext cx="14351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64B3B"/>
                </a:solidFill>
                <a:latin typeface="Reading Text SC"/>
                <a:ea typeface="Reading Text SC"/>
              </a:rPr>
              <a:t>概念演示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41400"/>
            <a:ext cx="6070600" cy="4851400"/>
          </a:xfrm>
          <a:prstGeom prst="roundRect">
            <a:avLst>
              <a:gd name="adj" fmla="val 16000"/>
            </a:avLst>
          </a:prstGeom>
          <a:solidFill>
            <a:srgbClr val="FCF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300" y="1270000"/>
            <a:ext cx="2603500" cy="13335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600" b="1">
                <a:solidFill>
                  <a:srgbClr val="77A580"/>
                </a:solidFill>
                <a:latin typeface="Reading Text SC"/>
                <a:ea typeface="Reading Text SC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4700" y="2794000"/>
            <a:ext cx="5397500" cy="1358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700" b="1">
                <a:solidFill>
                  <a:srgbClr val="164B3B"/>
                </a:solidFill>
                <a:latin typeface="Reading Text SC"/>
                <a:ea typeface="Reading Text SC"/>
              </a:rPr>
              <a:t>养护服务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700" b="1">
                <a:solidFill>
                  <a:srgbClr val="164B3B"/>
                </a:solidFill>
                <a:latin typeface="Reading Text SC"/>
                <a:ea typeface="Reading Text SC"/>
              </a:rPr>
              <a:t>与交互设计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400" y="4356100"/>
            <a:ext cx="5346700" cy="50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0">
                <a:solidFill>
                  <a:srgbClr val="52655E"/>
                </a:solidFill>
                <a:latin typeface="Reading Text SC"/>
                <a:ea typeface="Reading Text SC"/>
              </a:rPr>
              <a:t>从状态查看，到提醒与记录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5181600"/>
            <a:ext cx="17907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64B3B"/>
                </a:solidFill>
                <a:latin typeface="Reading Text SC"/>
                <a:ea typeface="Reading Text SC"/>
              </a:rPr>
              <a:t>• 查看状态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4300" y="5181600"/>
            <a:ext cx="17907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FF816B"/>
                </a:solidFill>
                <a:latin typeface="Reading Text SC"/>
                <a:ea typeface="Reading Text SC"/>
              </a:rPr>
              <a:t>• 收到提醒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5800" y="5181600"/>
            <a:ext cx="17907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64B3B"/>
                </a:solidFill>
                <a:latin typeface="Reading Text SC"/>
                <a:ea typeface="Reading Text SC"/>
              </a:rPr>
              <a:t>• 记录照料</a:t>
            </a:r>
          </a:p>
        </p:txBody>
      </p:sp>
      <p:pic>
        <p:nvPicPr>
          <p:cNvPr id="12" name="Picture 11" descr="product-cut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5100" y="1611312"/>
            <a:ext cx="5372100" cy="402907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7700" y="6235700"/>
            <a:ext cx="10998200" cy="330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2655E"/>
                </a:solidFill>
                <a:latin typeface="Reading Text SC"/>
                <a:ea typeface="Reading Text SC"/>
              </a:rPr>
              <a:t>可复用章节页示例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Reading Text SC"/>
        <a:ea typeface="Reading Text SC"/>
        <a:cs typeface="Reading Text SC"/>
        <a:font script="Jpan" typeface="Reading Text SC"/>
        <a:font script="Hang" typeface="Reading Text SC"/>
        <a:font script="Hans" typeface="Reading Text SC"/>
        <a:font script="Hant" typeface="Reading Text SC"/>
        <a:font script="Arab" typeface="Reading Text SC"/>
        <a:font script="Hebr" typeface="Reading Text SC"/>
        <a:font script="Thai" typeface="Reading Text SC"/>
        <a:font script="Ethi" typeface="Reading Text SC"/>
        <a:font script="Beng" typeface="Reading Text SC"/>
        <a:font script="Gujr" typeface="Reading Text SC"/>
        <a:font script="Khmr" typeface="Reading Text SC"/>
        <a:font script="Knda" typeface="Reading Text SC"/>
        <a:font script="Guru" typeface="Reading Text SC"/>
        <a:font script="Cans" typeface="Reading Text SC"/>
        <a:font script="Cher" typeface="Reading Text SC"/>
        <a:font script="Yiii" typeface="Reading Text SC"/>
        <a:font script="Tibt" typeface="Reading Text SC"/>
        <a:font script="Thaa" typeface="Reading Text SC"/>
        <a:font script="Deva" typeface="Reading Text SC"/>
        <a:font script="Telu" typeface="Reading Text SC"/>
        <a:font script="Taml" typeface="Reading Text SC"/>
        <a:font script="Syrc" typeface="Reading Text SC"/>
        <a:font script="Orya" typeface="Reading Text SC"/>
        <a:font script="Mlym" typeface="Reading Text SC"/>
        <a:font script="Laoo" typeface="Reading Text SC"/>
        <a:font script="Sinh" typeface="Reading Text SC"/>
        <a:font script="Mong" typeface="Reading Text SC"/>
        <a:font script="Viet" typeface="Reading Text SC"/>
        <a:font script="Uigh" typeface="Reading Text SC"/>
        <a:font script="Geor" typeface="Reading Text SC"/>
      </a:majorFont>
      <a:minorFont>
        <a:latin typeface="Reading Text SC"/>
        <a:ea typeface="Reading Text SC"/>
        <a:cs typeface="Reading Text SC"/>
        <a:font script="Jpan" typeface="Reading Text SC"/>
        <a:font script="Hang" typeface="Reading Text SC"/>
        <a:font script="Hans" typeface="Reading Text SC"/>
        <a:font script="Hant" typeface="Reading Text SC"/>
        <a:font script="Arab" typeface="Reading Text SC"/>
        <a:font script="Hebr" typeface="Reading Text SC"/>
        <a:font script="Thai" typeface="Reading Text SC"/>
        <a:font script="Ethi" typeface="Reading Text SC"/>
        <a:font script="Beng" typeface="Reading Text SC"/>
        <a:font script="Gujr" typeface="Reading Text SC"/>
        <a:font script="Khmr" typeface="Reading Text SC"/>
        <a:font script="Knda" typeface="Reading Text SC"/>
        <a:font script="Guru" typeface="Reading Text SC"/>
        <a:font script="Cans" typeface="Reading Text SC"/>
        <a:font script="Cher" typeface="Reading Text SC"/>
        <a:font script="Yiii" typeface="Reading Text SC"/>
        <a:font script="Tibt" typeface="Reading Text SC"/>
        <a:font script="Thaa" typeface="Reading Text SC"/>
        <a:font script="Deva" typeface="Reading Text SC"/>
        <a:font script="Telu" typeface="Reading Text SC"/>
        <a:font script="Taml" typeface="Reading Text SC"/>
        <a:font script="Syrc" typeface="Reading Text SC"/>
        <a:font script="Orya" typeface="Reading Text SC"/>
        <a:font script="Mlym" typeface="Reading Text SC"/>
        <a:font script="Laoo" typeface="Reading Text SC"/>
        <a:font script="Sinh" typeface="Reading Text SC"/>
        <a:font script="Mong" typeface="Reading Text SC"/>
        <a:font script="Viet" typeface="Reading Text SC"/>
        <a:font script="Uigh" typeface="Reading Text SC"/>
        <a:font script="Geor" typeface="Reading Text S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58</Words>
  <Application>Microsoft Office PowerPoint</Application>
  <PresentationFormat>宽屏</PresentationFormat>
  <Paragraphs>41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6" baseType="lpstr">
      <vt:lpstr>Reading Text SC</vt:lpstr>
      <vt:lpstr>Arial</vt:lpstr>
      <vt:lpstr>Office Theme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绿芽｜虚构概念演示</dc:title>
  <dc:subject>Reference images to native editable slides</dc:subject>
  <dc:creator/>
  <cp:keywords/>
  <dc:description>generated using python-pptx</dc:description>
  <cp:lastModifiedBy/>
  <cp:revision>2</cp:revision>
  <dcterms:created xsi:type="dcterms:W3CDTF">2013-01-27T09:14:16Z</dcterms:created>
  <dcterms:modified xsi:type="dcterms:W3CDTF">2026-10-25T03:29:22Z</dcterms:modified>
  <cp:category/>
</cp:coreProperties>
</file>